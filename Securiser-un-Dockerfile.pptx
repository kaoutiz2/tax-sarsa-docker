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914400"/>
            <a:ext cx="1005840" cy="10058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358" y="11759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CONTENEURS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Sécuriser un Dockerfile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essentielles, illustrées sur un projet réel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57800" y="4160520"/>
            <a:ext cx="16459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5989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Gast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7" name="Shape 4"/>
          <p:cNvSpPr/>
          <p:nvPr/>
        </p:nvSpPr>
        <p:spPr>
          <a:xfrm>
            <a:off x="694944" y="177393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43584" y="16916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sécurité d'un Dockerfile compte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478024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11" name="Shape 8"/>
          <p:cNvSpPr/>
          <p:nvPr/>
        </p:nvSpPr>
        <p:spPr>
          <a:xfrm>
            <a:off x="694944" y="256032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43584" y="24780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et pinner l'image de base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4944" y="334670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43584" y="32644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exécuter en root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05079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19" name="Shape 16"/>
          <p:cNvSpPr/>
          <p:nvPr/>
        </p:nvSpPr>
        <p:spPr>
          <a:xfrm>
            <a:off x="694944" y="4133088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43584" y="40507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en plusieurs étapes (multi-stage)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83717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491947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43584" y="48371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embarquer de secrets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72200" y="169164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27" name="Shape 24"/>
          <p:cNvSpPr/>
          <p:nvPr/>
        </p:nvSpPr>
        <p:spPr>
          <a:xfrm>
            <a:off x="6318504" y="177393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5"/>
          <p:cNvSpPr/>
          <p:nvPr/>
        </p:nvSpPr>
        <p:spPr>
          <a:xfrm>
            <a:off x="631850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7144" y="16916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Pinner et scanner les dépendances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2478024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31" name="Shape 28"/>
          <p:cNvSpPr/>
          <p:nvPr/>
        </p:nvSpPr>
        <p:spPr>
          <a:xfrm>
            <a:off x="6318504" y="256032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9"/>
          <p:cNvSpPr/>
          <p:nvPr/>
        </p:nvSpPr>
        <p:spPr>
          <a:xfrm>
            <a:off x="631850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67144" y="24780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contexte de build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72200" y="3264408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35" name="Shape 32"/>
          <p:cNvSpPr/>
          <p:nvPr/>
        </p:nvSpPr>
        <p:spPr>
          <a:xfrm>
            <a:off x="6318504" y="334670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3"/>
          <p:cNvSpPr/>
          <p:nvPr/>
        </p:nvSpPr>
        <p:spPr>
          <a:xfrm>
            <a:off x="6318504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67144" y="32644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Durcir l'exécution au runtime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72200" y="405079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39" name="Shape 36"/>
          <p:cNvSpPr/>
          <p:nvPr/>
        </p:nvSpPr>
        <p:spPr>
          <a:xfrm>
            <a:off x="6318504" y="4133088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7"/>
          <p:cNvSpPr/>
          <p:nvPr/>
        </p:nvSpPr>
        <p:spPr>
          <a:xfrm>
            <a:off x="6318504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67144" y="40507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— ce projet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172200" y="483717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7F0F4"/>
          </a:solidFill>
          <a:ln/>
        </p:spPr>
      </p:sp>
      <p:sp>
        <p:nvSpPr>
          <p:cNvPr id="43" name="Shape 40"/>
          <p:cNvSpPr/>
          <p:nvPr/>
        </p:nvSpPr>
        <p:spPr>
          <a:xfrm>
            <a:off x="6318504" y="491947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41"/>
          <p:cNvSpPr/>
          <p:nvPr/>
        </p:nvSpPr>
        <p:spPr>
          <a:xfrm>
            <a:off x="6318504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867144" y="483717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récapitulative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la sécurité du Dockerfile compte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7F0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84248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13164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Exécution en root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54480" y="23134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 compromis dans le conteneur hérite des droits root — risque d'évasion vers l'hôte.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7F0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984248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21" y="213164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non maîtrisée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178040" y="23134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tag mutable ("latest", version large) peut changer sous vos pieds et introduire une faille non testée.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7F0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234769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dans les layers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54480" y="441655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secret copié puis supprimé reste lisible dans l'historique des layers de l'image.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72200" y="37947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7F0F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087368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921" y="4234769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d'attaque excessive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178040" y="441655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build, shells, paquets inutiles en production élargissent les vecteurs d'attaque possibles.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une image de base minimale et pinnée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des images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/ alpine / distroless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fixer une version précise (idéalement par digest SHA-256) plutôt qu'un tag mutable comme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4414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4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TAG MUTABLE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77063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python:3.12-slim-bookworm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24414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DIGEST FIGÉ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277063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python:3.12-slim-bookworm@sha256: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8f3a...c92e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7F0F4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93135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461772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digest garantit que l'image utilisée aujourd'hui est strictement identique à celle testée hier — aucune dérive silencieuse entre deux builds.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exécuter le conteneur en root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6126480" cy="3840480"/>
          </a:xfrm>
          <a:prstGeom prst="roundRect">
            <a:avLst>
              <a:gd name="adj" fmla="val 1905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55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CONFORME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5669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groupadd --gid 1001 appgroup &amp;&amp;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useradd --uid 1001 --gid appgroup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--shell /bin/sh --create-home appuser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chown -R appuser:appgroup /app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 process applicatif tourne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désormais avec l'UID 1001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18836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1828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utilisateur et un groupe dédiés, avec UID/GID explicites.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949440" y="27980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Attribuer la propriété des fichiers de l'application à cet utilisateur.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949440" y="37124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3657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Basculer avec USER avant toute exécution de code applicatif.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949440" y="462686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4572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compromission du process, l'attaquant hérite de droits limités, pas de root.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en plusieurs étapes (multi-stage)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l'étape de build (compilateurs, dépendances de build) de l'image finale : seuls les artefacts nécessaires à l'exécution sont copiés dans l'image livrée.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3042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MULTI-STAGE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33472"/>
            <a:ext cx="10607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python:3.12-bookworm AS builder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--user -r requirements.txt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python:3.12-slim-bookworm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/root/.local /home/appuser/.local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Aucun compilateur, aucun outil de build dans l'image finale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embarquer de secrets dans l'image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4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NE JAMAIS FAIRE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.env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API_KEY=sk-live-xxxxxxxx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credentials.json 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À LA PLACE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2084832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.dockerignore exclut .env, *.key, *.pem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--mount=type=secret,id=api_key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 install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injectés à l'exécution (Vault, K8s...)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7F0F4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56559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425196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layer est immuable et persiste dans l'image 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 fichier secret dans une étape suivante ne l'efface pas de l'historique — il reste extractible avec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history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en inspectant les layers.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Pinner et scanner les dépendances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4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VERSIONS OUVERTES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gymnasium[toy-text]&gt;=1.3.0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pillow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VERSIONS FIGÉES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2084832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gymnasium[toy-text]==1.3.0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matplotlib==3.9.2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numpy==2.1.1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pillow==10.4.0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7F0F4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7027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438912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lockfile 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pip-compile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poetry.lock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fige aussi les dépendances transitives. Ajouter un scan automatisé (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dans la CI pour détecter les CVE connues avant chaque build.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Réduire le contexte de build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*.pyc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*.pem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7556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CIBLÉ (PAS COPY . .)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2084832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-r requirements.txt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taxi_driver/ taxi_driver/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utils/ utils/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sarsa/ sarsa/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F0F4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52971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50292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contexte de build réduit accélère aussi le build 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données transférées au daemon Docker, moins de fichiers susceptibles d'invalider le cache de layers.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07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Durcir l'exécution au runtime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7F0F4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--read-only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17830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fichiers racine en lecture seule ; seuls les volumes explicites restent inscriptibles.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7F0F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85292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--cap-drop=ALL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285292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toutes les capabilities Linux, puis ne réattribuer que celles réellement nécessaires.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831336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7F0F4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92277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--security-opt no-new-privileges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3922776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 tout binaire du conteneur d'élever ses privilèges (setuid...).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901184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7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99262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499262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automatiquement un conteneur bloqué ou compromis et déclencher son remplacement.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Dockerfile de ce projet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6126480" cy="3977640"/>
          </a:xfrm>
          <a:prstGeom prst="roundRect">
            <a:avLst>
              <a:gd name="adj" fmla="val 1839"/>
            </a:avLst>
          </a:prstGeom>
          <a:solidFill>
            <a:srgbClr val="10243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55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ACTUEL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84832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python:3.12-slim-bookworm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groupadd --gid 1001 appgroup &amp;&amp;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useradd --uid 1001 --gid appgroup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taxi_driver/ taxi_driver/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utils/ utils/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sarsa/ sarsa/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chown -R appuser:appgroup /app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17373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538" y="183245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7099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non-root dédié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949440" y="23042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538" y="2399386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2768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slim, COPY ciblé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949440" y="287121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538" y="2966314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28437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exclut les secrets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949440" y="34381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538" y="3533242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52360" y="34107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non pinnées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949440" y="40050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4538" y="4100170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52360" y="39776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base non pinnée par digest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Dockerfile sécurisé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1837212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1719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base minimale, pinnée par digest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678460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non-root explicite (USER)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" y="3519708"/>
            <a:ext cx="184343" cy="184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3401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multi-stage (build vs runtime)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4360956"/>
            <a:ext cx="184343" cy="184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78992" y="4242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copié ni en ENV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92" y="5202204"/>
            <a:ext cx="184343" cy="1843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8992" y="50840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pinnées avec lockfile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212" y="1837212"/>
            <a:ext cx="184343" cy="18434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39712" y="1719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 build réduit (.dockerignore)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309360" y="257860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212" y="2678460"/>
            <a:ext cx="184343" cy="18434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39712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ciblé, jamais COPY . . à l'aveugle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6309360" y="34198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212" y="3519708"/>
            <a:ext cx="184343" cy="18434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39712" y="3401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vulnérabilités (Trivy/Grype) en CI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6309360" y="426110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212" y="4360956"/>
            <a:ext cx="184343" cy="184343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839712" y="4242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read-only + capabilities réduites</a:t>
            </a:r>
            <a:endParaRPr lang="en-US" sz="1350" dirty="0"/>
          </a:p>
        </p:txBody>
      </p:sp>
      <p:sp>
        <p:nvSpPr>
          <p:cNvPr id="33" name="Shape 21"/>
          <p:cNvSpPr/>
          <p:nvPr/>
        </p:nvSpPr>
        <p:spPr>
          <a:xfrm>
            <a:off x="6309360" y="51023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212" y="5202204"/>
            <a:ext cx="184343" cy="184343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839712" y="50840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défini</a:t>
            </a:r>
            <a:endParaRPr lang="en-US" sz="1350" dirty="0"/>
          </a:p>
        </p:txBody>
      </p:sp>
      <p:sp>
        <p:nvSpPr>
          <p:cNvPr id="36" name="Text 23"/>
          <p:cNvSpPr/>
          <p:nvPr/>
        </p:nvSpPr>
        <p:spPr>
          <a:xfrm>
            <a:off x="1133856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868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574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926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F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d'un conteneur se joue avant tout dans son Dockerfile.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257800" y="3566160"/>
            <a:ext cx="16459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37947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Sécuriser un Dockerfile — Bonnes pratiques</dc:title>
  <dc:subject>PptxGenJS Presentation</dc:subject>
  <dc:creator>Bryan Gast</dc:creator>
  <cp:lastModifiedBy>Bryan Gast</cp:lastModifiedBy>
  <cp:revision>1</cp:revision>
  <dcterms:created xsi:type="dcterms:W3CDTF">2026-07-02T13:33:11Z</dcterms:created>
  <dcterms:modified xsi:type="dcterms:W3CDTF">2026-07-02T13:33:11Z</dcterms:modified>
</cp:coreProperties>
</file>